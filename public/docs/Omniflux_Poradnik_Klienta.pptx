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22860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300" kern="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WIDOCZNOSCI TWOJEJ STRONY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Poradnik Klienta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sprawic, zeby Twoja strona przycigala klientow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po kroku.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4805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4572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kontakt@omniflux.pl  |  +48 533 002 025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4114800"/>
          </a:xfrm>
          <a:prstGeom prst="roundRect">
            <a:avLst>
              <a:gd name="adj" fmla="val 1778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914400"/>
            <a:ext cx="0" cy="32004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to narzedzie,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trofeum.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posiadanie strony to dopiero start. Zeby przycigala klientow, potrzebuje regularnej uwagi — tak jak kazdy inny kanal sprzedazy.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poradnik pokazuje, co robic co tydzien, co miesiac i co kwartal, zeby strona pracowala na Twoj biznes.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-27432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  — 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w Google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to Twoja wizytowka nr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3852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Uzupelnij 100% profilu: godziny, opis, kategorie, zdjecia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4140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4140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min. 5 aktualnych zdj. (wnetrze, produkty, zespol)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8895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889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Odpowiadaj na kazda opinie — pozytywna i negatywna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3649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zadowolonych klientow o opinie po kazdej wspolpracy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404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8404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Dodawaj posty z aktualnosciami min. raz w miesiacu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01A1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wyszukan w 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wyszukiwania lokalne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-27432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  —  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i swiezosc tresci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nagradza strony, ktore zyja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3852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Aktualizuj tresci na stronie min. raz na kwartal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4140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4140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wpis blogowy lub aktualnosc min. raz w miesiacu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8895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889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Pisz o tym, czego szukaja Twoi klienci — pytania, porady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3649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Uzyj slow kluczowych naturalnie w tytule i naglowkach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404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8404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Dlugosc wpisu: min. 600-800 slow, zeby Google bral to serio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01A1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wiecej szans 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indeksowanie ze swiezymi tresciami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-27432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  —  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(szybkosc i mobile)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Powolna strona = stracony klient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3852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 szybkosc na pagespeed.web.dev — cel: zielone wyniki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4140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4140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ruchu to telefony — testuj strone na mobile co miesiac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8895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889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Optymalizuj zdjecia przed wgraniem: max 300 KB, format WebP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3649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instaluj zbednych wtyczek — kazda spowalnia strone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404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8404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powinna ladowac sie ponizej 3 sekund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01A1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maksymalny czas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ladowania strony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-27432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  —  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Dystrybucja i obecnosc online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wiecej miejsc mowi o Twojej stronie, tym lepiej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3852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strone do katalogow: Panorama Firm, Zumi, Targeo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4140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4140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(Nazwa, Adres, Telefon) musi byc identyczny wszezie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8895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889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Polacz social media ze strona (Instagram, FB, LinkedIn)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3649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Szukaj udzialu w lokalnych artykulach lub blogach branzowych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404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8404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Zarejestruj sie w Google Search Console (bezplatne)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-27432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  —  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 w liczbach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zarzadzaj tym, czego nie mierzysz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3852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 — ile osob wchodzi, skad i co robia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4140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4140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Console — na jakie frazy wyswietla sie strona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8895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889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Sledz co miesiac: sesje, czas na stronie, wspolczynnik odrzucen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3649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 cel (np. 50 wizyt tygodniowo z Google) i monitoruj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404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8404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Pytaj nowych klientow: Skad sie o nas dowiedziałes?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-27432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  —  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 opinie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Opinie sprzedaja bardziej niz reklamy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3852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o opinie w Google kazdego zadowolonego klienta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4140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4140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Odpowiadaj na opinie w ciagu 24-48 godzin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8895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889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Dodawaj pozytywne opinie jako testimoniale na stronie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3649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Reaguj konstruktywnie na negatywne — to pokazuje profesjonalizm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404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8404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min. 10 opinii z ocena 4.5+ — wtedy jestes widoczny w Mapach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01A1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opinii to prog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widocznosci w Mapach Google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  —  PLAN DZIALANIA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 harmonogram dbania o strone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88920" cy="3108960"/>
          </a:xfrm>
          <a:prstGeom prst="roundRect">
            <a:avLst>
              <a:gd name="adj" fmla="val 2623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444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TYGODNIOWO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719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ok. 15 min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2011680"/>
            <a:ext cx="2377440" cy="0"/>
          </a:xfrm>
          <a:prstGeom prst="line">
            <a:avLst/>
          </a:prstGeom>
          <a:noFill/>
          <a:ln w="1016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2140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12140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 wiadomosci / formularze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" y="263347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 na nowe opinie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14553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31455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 w social media ze linkiem do strony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788920" cy="3108960"/>
          </a:xfrm>
          <a:prstGeom prst="roundRect">
            <a:avLst>
              <a:gd name="adj" fmla="val 2623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444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MIESIECZNIE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6432" y="1719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56432" y="2011680"/>
            <a:ext cx="2377440" cy="0"/>
          </a:xfrm>
          <a:prstGeom prst="line">
            <a:avLst/>
          </a:prstGeom>
          <a:noFill/>
          <a:ln w="1016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12140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94176" y="212140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wpis blogowy lub aktualnosc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263347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94176" y="263347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 statystyki Google Analytics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314553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94176" y="31455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nowe zdjecia do Google Moja Firma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365760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94176" y="36576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 dzialanie linkow i formularzy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325880"/>
            <a:ext cx="2788920" cy="3108960"/>
          </a:xfrm>
          <a:prstGeom prst="roundRect">
            <a:avLst>
              <a:gd name="adj" fmla="val 2623"/>
            </a:avLst>
          </a:prstGeom>
          <a:solidFill>
            <a:srgbClr val="141414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444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KWARTALNIE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82512" y="1719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82512" y="2011680"/>
            <a:ext cx="2377440" cy="0"/>
          </a:xfrm>
          <a:prstGeom prst="line">
            <a:avLst/>
          </a:prstGeom>
          <a:noFill/>
          <a:ln w="10160">
            <a:solidFill>
              <a:srgbClr val="2222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12140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0256" y="212140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Przejrzyj tresci — czy sa aktualne?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263347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0256" y="263347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 PageSpeed i Search Console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314553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0256" y="31455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Zaktualizuj oferte i cennik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365760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20256" y="36576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Planuj tresci na kolejny kwartal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555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Masz pytania?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Jestesmy tu dla Ciebie.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 nie konczy pracy na oddaniu projektu.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 potrzebujesz aktualizacji, konsultacji SEO, nowych podstron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 kampanii — odezwij sie. Reagujemy w ciagu 24 godzin.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3375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01A1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kontakt@omniflux.pl</a:t>
            </a:r>
            <a:pPr algn="ctr" indent="0" marL="0">
              <a:buNone/>
            </a:pPr>
            <a:r>
              <a:rPr lang="en-US" sz="12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2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+48 533 002 025</a:t>
            </a:r>
            <a:pPr algn="ctr" indent="0" marL="0">
              <a:buNone/>
            </a:pPr>
            <a:r>
              <a:rPr lang="en-US" sz="12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omniflux.pl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3995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Omniflux — Strony ktore sprzedaja. Krakow.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Widocznosci Twojej Strony — Poradnik Klienta Omniflux</dc:title>
  <dc:subject>PptxGenJS Presentation</dc:subject>
  <dc:creator>PptxGenJS</dc:creator>
  <cp:lastModifiedBy>PptxGenJS</cp:lastModifiedBy>
  <cp:revision>1</cp:revision>
  <dcterms:created xsi:type="dcterms:W3CDTF">2026-06-13T07:48:53Z</dcterms:created>
  <dcterms:modified xsi:type="dcterms:W3CDTF">2026-06-13T07:48:53Z</dcterms:modified>
</cp:coreProperties>
</file>